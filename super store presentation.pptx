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9753600" cy="7315200"/>
  <p:notesSz cx="6858000" cy="9144000"/>
  <p:embeddedFontLst>
    <p:embeddedFont>
      <p:font typeface="Georgia Pro" charset="1" panose="02040502050405020303"/>
      <p:regular r:id="rId12"/>
    </p:embeddedFont>
    <p:embeddedFont>
      <p:font typeface="Public Sans" charset="1" panose="00000000000000000000"/>
      <p:regular r:id="rId13"/>
    </p:embeddedFont>
    <p:embeddedFont>
      <p:font typeface="Public Sans Bold" charset="1" panose="00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CFAF7">
                <a:alpha val="100000"/>
              </a:srgbClr>
            </a:gs>
            <a:gs pos="100000">
              <a:srgbClr val="F3EDE1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2062" y="2073873"/>
            <a:ext cx="8389476" cy="2558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830"/>
              </a:lnSpc>
              <a:spcBef>
                <a:spcPct val="0"/>
              </a:spcBef>
            </a:pPr>
            <a:r>
              <a:rPr lang="en-US" sz="9830" spc="-393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Super Store Sales Report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11317" y="6409841"/>
            <a:ext cx="3730966" cy="173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9"/>
              </a:lnSpc>
              <a:spcBef>
                <a:spcPct val="0"/>
              </a:spcBef>
            </a:pPr>
            <a:r>
              <a:rPr lang="en-US" sz="1219" spc="121">
                <a:solidFill>
                  <a:srgbClr val="2264EB"/>
                </a:solidFill>
                <a:latin typeface="Public Sans"/>
                <a:ea typeface="Public Sans"/>
                <a:cs typeface="Public Sans"/>
                <a:sym typeface="Public Sans"/>
              </a:rPr>
              <a:t>PRESENTED BY MEHAJABIN ANSARI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3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22962" y="898375"/>
            <a:ext cx="3307676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pc="-19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Overview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16828" y="2275055"/>
            <a:ext cx="8205252" cy="273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4"/>
              </a:lnSpc>
            </a:pPr>
            <a:r>
              <a:rPr lang="en-US" sz="2246" spc="44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In this project, I designed an interactive business dashboard using Power BI/Tableau. The goal was to analyze a sales dataset and present key insights in a simple, visual and decision-focused format.</a:t>
            </a:r>
          </a:p>
          <a:p>
            <a:pPr algn="l">
              <a:lnSpc>
                <a:spcPts val="3144"/>
              </a:lnSpc>
            </a:pPr>
            <a:r>
              <a:rPr lang="en-US" sz="2246" spc="44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The dashboard helps business stakeholders quickly understand Sales, Profit, and Growth trends a</a:t>
            </a:r>
            <a:r>
              <a:rPr lang="en-US" sz="2246" spc="44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nd make informed decisions.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73453" y="6409841"/>
            <a:ext cx="648627" cy="173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19"/>
              </a:lnSpc>
              <a:spcBef>
                <a:spcPct val="0"/>
              </a:spcBef>
            </a:pPr>
            <a:r>
              <a:rPr lang="en-US" b="true" sz="1219" spc="121">
                <a:solidFill>
                  <a:srgbClr val="2264E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0997" y="1575254"/>
            <a:ext cx="9031605" cy="5212598"/>
          </a:xfrm>
          <a:custGeom>
            <a:avLst/>
            <a:gdLst/>
            <a:ahLst/>
            <a:cxnLst/>
            <a:rect r="r" b="b" t="t" l="l"/>
            <a:pathLst>
              <a:path h="5212598" w="9031605">
                <a:moveTo>
                  <a:pt x="0" y="0"/>
                </a:moveTo>
                <a:lnTo>
                  <a:pt x="9031605" y="0"/>
                </a:lnTo>
                <a:lnTo>
                  <a:pt x="9031605" y="5212599"/>
                </a:lnTo>
                <a:lnTo>
                  <a:pt x="0" y="52125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59" t="-1421" r="-175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373453" y="6409841"/>
            <a:ext cx="648627" cy="173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19"/>
              </a:lnSpc>
              <a:spcBef>
                <a:spcPct val="0"/>
              </a:spcBef>
            </a:pPr>
            <a:r>
              <a:rPr lang="en-US" b="true" sz="1219" spc="121">
                <a:solidFill>
                  <a:srgbClr val="F3EDE1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3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1520" y="2925138"/>
            <a:ext cx="1970728" cy="197072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2264EB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67133" y="1639976"/>
            <a:ext cx="6819334" cy="64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4800" spc="-192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Cards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73453" y="6409841"/>
            <a:ext cx="648627" cy="173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19"/>
              </a:lnSpc>
              <a:spcBef>
                <a:spcPct val="0"/>
              </a:spcBef>
            </a:pPr>
            <a:r>
              <a:rPr lang="en-US" b="true" sz="1219" spc="121">
                <a:solidFill>
                  <a:srgbClr val="2264E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9277" y="3687617"/>
            <a:ext cx="1675215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200" spc="24">
                <a:solidFill>
                  <a:srgbClr val="2264E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TOTAL SALES</a:t>
            </a:r>
          </a:p>
          <a:p>
            <a:pPr algn="ctr">
              <a:lnSpc>
                <a:spcPts val="1679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2837644" y="3910502"/>
            <a:ext cx="1970728" cy="197072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2264EB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985400" y="4672981"/>
            <a:ext cx="1675215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200" spc="24">
                <a:solidFill>
                  <a:srgbClr val="2264E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COUNT OF PRODUCTS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945228" y="2925138"/>
            <a:ext cx="1970728" cy="197072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2264EB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092985" y="3792392"/>
            <a:ext cx="1675215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200" spc="24">
                <a:solidFill>
                  <a:srgbClr val="2264E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TOTAL  ORDERS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7051352" y="3910502"/>
            <a:ext cx="1970728" cy="1970728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2264EB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199109" y="4672981"/>
            <a:ext cx="1675215" cy="417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200" spc="24">
                <a:solidFill>
                  <a:srgbClr val="2264E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COUNT OF CUSTOMERS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D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31520" y="741045"/>
            <a:ext cx="3730966" cy="173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9"/>
              </a:lnSpc>
              <a:spcBef>
                <a:spcPct val="0"/>
              </a:spcBef>
            </a:pPr>
            <a:r>
              <a:rPr lang="en-US" b="true" sz="1219" spc="121">
                <a:solidFill>
                  <a:srgbClr val="F3EDE1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LET'S</a:t>
            </a:r>
            <a:r>
              <a:rPr lang="en-US" b="true" sz="1219" spc="121">
                <a:solidFill>
                  <a:srgbClr val="F3EDE1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WORK TOGETHER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373453" y="6409841"/>
            <a:ext cx="648627" cy="173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19"/>
              </a:lnSpc>
              <a:spcBef>
                <a:spcPct val="0"/>
              </a:spcBef>
            </a:pPr>
            <a:r>
              <a:rPr lang="en-US" b="true" sz="1219" spc="121">
                <a:solidFill>
                  <a:srgbClr val="2264E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9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45789" y="1279400"/>
            <a:ext cx="9031605" cy="5212598"/>
          </a:xfrm>
          <a:custGeom>
            <a:avLst/>
            <a:gdLst/>
            <a:ahLst/>
            <a:cxnLst/>
            <a:rect r="r" b="b" t="t" l="l"/>
            <a:pathLst>
              <a:path h="5212598" w="9031605">
                <a:moveTo>
                  <a:pt x="0" y="0"/>
                </a:moveTo>
                <a:lnTo>
                  <a:pt x="9031605" y="0"/>
                </a:lnTo>
                <a:lnTo>
                  <a:pt x="9031605" y="5212598"/>
                </a:lnTo>
                <a:lnTo>
                  <a:pt x="0" y="52125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9" t="0" r="-2209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CFAF7">
                <a:alpha val="100000"/>
              </a:srgbClr>
            </a:gs>
            <a:gs pos="100000">
              <a:srgbClr val="F3EDE1">
                <a:alpha val="100000"/>
              </a:srgbClr>
            </a:gs>
          </a:gsLst>
          <a:path path="circle">
            <a:fillToRect l="50000" r="50000" t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11824" y="3085783"/>
            <a:ext cx="6129952" cy="1176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99"/>
              </a:lnSpc>
              <a:spcBef>
                <a:spcPct val="0"/>
              </a:spcBef>
            </a:pPr>
            <a:r>
              <a:rPr lang="en-US" sz="8799" spc="-351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11317" y="2510473"/>
            <a:ext cx="3730966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400" spc="240">
                <a:solidFill>
                  <a:srgbClr val="2264E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THE 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DAG5J11aAUA</dc:identifier>
  <dcterms:modified xsi:type="dcterms:W3CDTF">2011-08-01T06:04:30Z</dcterms:modified>
  <cp:revision>1</cp:revision>
  <dc:title>Black Blue and Cream Simple Minimalist Modern Company Pitch Deck Presentation</dc:title>
</cp:coreProperties>
</file>